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Opinion AI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Second Opinion Platform for India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AI  |  Supabase  |  Next.js  |  Sarvam Voice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Healthcare in India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1:1,500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Doctor-to-patient ratio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WHO recommended 1:1,000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doctors serve urban areas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only 36% of the population lives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OPD consultation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government hospitals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201168" cy="20116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rural areas have limited access to specialist opinions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201168" cy="20116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124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lack modern EHR tools; still use pen-and-paper in most clinics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201168" cy="20116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239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clinical documentation (SOAP, EHR, referral letters)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535424"/>
            <a:ext cx="201168" cy="20116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35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prevent effective history-taking in local languages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Second Opinion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9728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371600"/>
            <a:ext cx="640080" cy="64008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Patients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consultations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text or voice, any language.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documents, 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medical insights.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Doctors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SOAP notes,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entries, clinical letters.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AI-extracted findings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finalize with one click.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09728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137160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2560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for diagnostics,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for voice ASR/TTS,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detection,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routing.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connecting patients and doctors through AI-powered clinical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Portal: Unified Entry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pic>
        <p:nvPicPr>
          <p:cNvPr id="6" name="Image 0" descr="/tmp/pptx-gen/screenshots/portal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4880" cy="267462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4864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0" y="16916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visit the portal and choose their role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2860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access session reviews, SOAP notes, EHR entries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8803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9788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start AI consultations in text or voice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4747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9788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routes to the right app via Next.js rewrites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0" y="41148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028090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|  Tailwind CSS  |  Supabase Auth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App: AI Consultation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sign 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3454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77440" y="11887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188720"/>
            <a:ext cx="164592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9194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34840" y="11887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1887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voice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language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4934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11887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188720"/>
            <a:ext cx="164592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+ EHR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0674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549640" y="11887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9640" y="11887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410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record,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pic>
        <p:nvPicPr>
          <p:cNvPr id="30" name="Image 0" descr="/tmp/pptx-gen/screenshots/patient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97480"/>
            <a:ext cx="3657600" cy="205740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sp>
        <p:nvSpPr>
          <p:cNvPr id="31" name="Text 28"/>
          <p:cNvSpPr/>
          <p:nvPr/>
        </p:nvSpPr>
        <p:spPr>
          <a:xfrm>
            <a:off x="457200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5488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consultation with Sarvam ASR/TTS (Hindi, Tamil, +10 languages)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54880" y="3502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with AI extraction (prescriptions, lab reports)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3849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emergency detection via flag_emergency tool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54880" y="4197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follow-ups using temporal EHR hydration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54880" y="4544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Post-session: auto-generated visit record and summary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App: Clinical Review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pic>
        <p:nvPicPr>
          <p:cNvPr id="6" name="Image 0" descr="/tmp/pptx-gen/screenshots/docto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57175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30352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Workflow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303520" y="165506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Patient count, sessions, review queue, emergencies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2130552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0" y="2075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Review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Transcript + visit record side-by-side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260604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25511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Editor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AI-drafted S/O/A/P sections, edit and finalize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3081528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5623560" y="3026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Entry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ICD-10 codes, CPT, orders, prescriptions auto-filled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0" y="3557016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623560" y="3502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Letters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Generate referral, summary, and follow-up letters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403250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Reviewed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Approve AI outputs with confidence scoring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Record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148840" y="3977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ECEB"/>
          </a:solidFill>
          <a:ln/>
        </p:spPr>
      </p:sp>
      <p:sp>
        <p:nvSpPr>
          <p:cNvPr id="23" name="Text 20"/>
          <p:cNvSpPr/>
          <p:nvPr/>
        </p:nvSpPr>
        <p:spPr>
          <a:xfrm>
            <a:off x="214884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840480" y="3977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ECEB"/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32120" y="3977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ECEB"/>
          </a:solidFill>
          <a:ln/>
        </p:spPr>
      </p:sp>
      <p:sp>
        <p:nvSpPr>
          <p:cNvPr id="27" name="Text 24"/>
          <p:cNvSpPr/>
          <p:nvPr/>
        </p:nvSpPr>
        <p:spPr>
          <a:xfrm>
            <a:off x="553212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Entry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23760" y="3977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ECEB"/>
          </a:solidFill>
          <a:ln/>
        </p:spPr>
      </p:sp>
      <p:sp>
        <p:nvSpPr>
          <p:cNvPr id="29" name="Text 26"/>
          <p:cNvSpPr/>
          <p:nvPr/>
        </p:nvSpPr>
        <p:spPr>
          <a:xfrm>
            <a:off x="722376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tabbed views per session — all AI-generated, all doctor-editable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515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App (Next.js)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(Next.js)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0515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 (Next.js)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Auth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0116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(RLS)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20116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Server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2697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71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Processing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29718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971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ConversationEngine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718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971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29718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971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Handlers (17)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F2B3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External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39319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2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9319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2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(Opus/Sonnet)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9440" y="39319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2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Voice (ASR/TTS)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ConversationEngine: AI Consultation Core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Model Routing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5029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Emergency scanning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508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48840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Initial history-taking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1-2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54864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Diagnostic reasoning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788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Tools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5087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get_patient_context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176479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EHR, documents, past sessions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1488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update_session_notes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40487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clinical note updates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7889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flag_emergency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0449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urgent conditions instantly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Management (200K tokens)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977640"/>
            <a:ext cx="1179576" cy="2286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77640"/>
            <a:ext cx="1179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(15%)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19656" y="3977640"/>
            <a:ext cx="196596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1819656" y="39776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Context (25%)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85616" y="3977640"/>
            <a:ext cx="3538728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3785616" y="3977640"/>
            <a:ext cx="3538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(45%)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24344" y="3977640"/>
            <a:ext cx="1179576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7324344" y="3977640"/>
            <a:ext cx="1179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(15%)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EHR serialization marks pre-existing history to prevent false extraction during consultations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Post-Session Agent: Automated Documentation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consultation ends, the Post-Session Agent automatically generates all clinical documents: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Record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complaint, symptoms, diagnoses, recommendations, follow-up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14630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write_visit_record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3969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29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0299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follow-up items, narrative summary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20299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write_session_summary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70662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06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5968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SOAP Note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25968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Subjective, Objective, Assessment, Plan — structured clinical format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25968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write_soap_note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27355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1638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 Entry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31638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ICD-10/CPT codes, orders, prescriptions, review of systems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31638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write_ehr_entry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73075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8404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840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7307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Letter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26080" y="37307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 follow-up letter for specialist communication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37307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write_clinical_letter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" y="44074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42976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Update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926080" y="4297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new conditions and medications into the patient record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4297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update_patient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Opus 4.6 with an agentic loop — 17 MCP tool handlers for all database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Tools: Database Operations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create_session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update_session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delete_session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51560"/>
            <a:ext cx="265176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get_patient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737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update_patient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26517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Records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list_sessions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737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write_visit_record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review_visit_record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write_session_summary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697480"/>
            <a:ext cx="26517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SOAP &amp; EHR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write_soap_note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update_soap_note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611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write_ehr_entry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update_ehr_entry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2697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697480"/>
            <a:ext cx="265176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Letters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29000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write_clinical_letter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9000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update_clinical_letter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697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697480"/>
            <a:ext cx="26517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manage_document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use Supabase service client with Row-Level Security (RLS) for data isolation between doctors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ACI-Bench (Clinical Note Generation)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 |  ROUGE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ROUGE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938528"/>
            <a:ext cx="2103120" cy="164592"/>
          </a:xfrm>
          <a:prstGeom prst="rect">
            <a:avLst/>
          </a:prstGeom>
          <a:solidFill>
            <a:srgbClr val="E8E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1938528"/>
            <a:ext cx="1707733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01125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21214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25%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2395728"/>
            <a:ext cx="2103120" cy="164592"/>
          </a:xfrm>
          <a:prstGeom prst="rect">
            <a:avLst/>
          </a:prstGeom>
          <a:solidFill>
            <a:srgbClr val="E8EC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0240" y="2395728"/>
            <a:ext cx="1110447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103839" y="2377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578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2852928"/>
            <a:ext cx="2103120" cy="164592"/>
          </a:xfrm>
          <a:prstGeom prst="rect">
            <a:avLst/>
          </a:prstGeom>
          <a:solidFill>
            <a:srgbClr val="E8E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20240" y="2852928"/>
            <a:ext cx="1897014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3890406" y="2834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30358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0080" y="3291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310128"/>
            <a:ext cx="2103120" cy="164592"/>
          </a:xfrm>
          <a:prstGeom prst="rect">
            <a:avLst/>
          </a:prstGeom>
          <a:solidFill>
            <a:srgbClr val="E8ECEB"/>
          </a:solidFill>
          <a:ln/>
        </p:spPr>
      </p:sp>
      <p:sp>
        <p:nvSpPr>
          <p:cNvPr id="27" name="Shape 25"/>
          <p:cNvSpPr/>
          <p:nvPr/>
        </p:nvSpPr>
        <p:spPr>
          <a:xfrm>
            <a:off x="1920240" y="3310128"/>
            <a:ext cx="534192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2527584" y="3291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4930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0080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3767328"/>
            <a:ext cx="2103120" cy="164592"/>
          </a:xfrm>
          <a:prstGeom prst="rect">
            <a:avLst/>
          </a:prstGeom>
          <a:solidFill>
            <a:srgbClr val="E8ECEB"/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3767328"/>
            <a:ext cx="1085210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3078602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39502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0080" y="41605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sections passed their thresholds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105156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MedXpertQA (Expert Medical QA)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92040" y="150876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 | 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19202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53.3%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4709160" y="26060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(8/15 correct)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663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663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Science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951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92040" y="41605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Claude 3.5 published baseline of 53.8%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Opinion AI — Bridging India's Healthcare Gap with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2608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743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743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4944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Claude Opus 4.6  |  Next.js 16  |  Supabase  |  Sarvam AI  |  TypeScript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Opinion AI</dc:title>
  <dc:subject>AI-Powered Medical Second Opinion Platform</dc:subject>
  <dc:creator>Nikhil</dc:creator>
  <cp:lastModifiedBy>Nikhil</cp:lastModifiedBy>
  <cp:revision>1</cp:revision>
  <dcterms:created xsi:type="dcterms:W3CDTF">2026-02-16T08:10:50Z</dcterms:created>
  <dcterms:modified xsi:type="dcterms:W3CDTF">2026-02-16T08:10:50Z</dcterms:modified>
</cp:coreProperties>
</file>